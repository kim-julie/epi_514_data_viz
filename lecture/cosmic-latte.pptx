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6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2D84"/>
    <a:srgbClr val="DC322F"/>
    <a:srgbClr val="1A1A1A"/>
    <a:srgbClr val="E03135"/>
    <a:srgbClr val="C16069"/>
    <a:srgbClr val="FF3418"/>
    <a:srgbClr val="3A4152"/>
    <a:srgbClr val="4B556B"/>
    <a:srgbClr val="989A9C"/>
    <a:srgbClr val="FFF8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35" autoAdjust="0"/>
    <p:restoredTop sz="94625" autoAdjust="0"/>
  </p:normalViewPr>
  <p:slideViewPr>
    <p:cSldViewPr snapToGrid="0" snapToObjects="1">
      <p:cViewPr varScale="1">
        <p:scale>
          <a:sx n="114" d="100"/>
          <a:sy n="114" d="100"/>
        </p:scale>
        <p:origin x="184" y="21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3" d="100"/>
          <a:sy n="93" d="100"/>
        </p:scale>
        <p:origin x="2864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37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9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Like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6EB9F-821C-3043-9B29-83C5977F5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9634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1A1A1A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337200-5D83-FE46-9E69-B6B1D353C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11302"/>
            <a:ext cx="9144000" cy="1646498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4C2D84"/>
                </a:solidFill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9A7C7-1ADA-474D-B8F0-3471D14F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E5A21-E3F8-414E-8783-9B787CEE9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A10B1-3C39-5B4F-85DD-4E44D8BDB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5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4C2D84"/>
                </a:solidFill>
                <a:latin typeface="Trebuchet MS" panose="020B070302020209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559EF-BAB7-0E42-9E60-A03A3B0DD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BB6D2-A026-D74A-8C2A-7AD33F22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1D05D-520A-D942-8D98-B02EF8CF6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714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6CB2-D1B6-B94A-84C1-83C65423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>
                <a:solidFill>
                  <a:srgbClr val="1A1A1A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16D53-A7E8-384A-A924-CB556123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D3A5F-D224-144E-B1C6-E4C0A0C6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85A41-9B71-494D-8739-5A09F705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2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FDBC1-527D-3041-984A-EF5E7E9B7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C2D8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A7BF1-44B1-744C-AB68-4BB0A6A59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74A49-6A1E-2F48-B419-02B0A17B9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A9989-2AC6-0F4E-ADFD-C6E06D00A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625DC-FC15-A34E-972A-D70B8A827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A2A21-61F6-4A4F-8B34-7B5540EF6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3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51DF4-AED1-614B-BE12-21438630C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C2D8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DBCAE-E5F3-8C40-9708-53662383E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rgbClr val="1A1A1A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C57552-3DC5-3546-AB54-31C74D633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43EE9D-F5D6-F54D-8468-AEFB4E7186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rgbClr val="1A1A1A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7198EC-0E7C-514D-9D5C-E0079B57D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9E07E0-5A9C-4B41-95FF-3BAA5F6BC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BDB537-974F-D34D-9750-CC69627A2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16F390-2D22-5048-A0FC-3FAD9329A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9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BD455-6580-E548-84D2-30E8C319B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C2D8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437170-F497-734A-8863-A2B1D6D2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3678E-8EC0-9D40-85FD-A78B7303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10869-C0FC-2E44-824A-787E6D8BF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84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CFB1ED-2AE6-5449-BE22-43836D3C4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D820E-FB19-6E41-9F98-FE01AD87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09D32-6061-E14C-B370-0847ED7F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23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>
                <a:solidFill>
                  <a:srgbClr val="4C2D8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8BCD6-9805-9E45-9B7C-5314F41E6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8400"/>
            <a:ext cx="10517188" cy="3422654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090755"/>
            <a:ext cx="10512424" cy="12538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F4F16-08DB-C247-8F9D-24EA7D84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F2B46-16CB-7E41-AD5E-4493C9285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A2BC5-3886-C647-BB53-7B07EAE78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537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682B8-C849-1F4E-8FED-86CF39DF5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>
                <a:solidFill>
                  <a:srgbClr val="4C2D8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A410FE-1E10-8C4A-BD9D-9A0F6C9D1E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8200" y="2359314"/>
            <a:ext cx="10517188" cy="350174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22F09-1B36-2F4E-8EEA-BAEEB3FD2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106630"/>
            <a:ext cx="10512424" cy="11430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97009-98F8-D441-A078-A31F891B4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ACA9B-B433-8E45-A2A3-CD0940DB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A396B-3342-4645-AC86-58732AAEF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60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8FF1A-8372-FB40-B0E0-0EE88C8B2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C322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F1868-78C4-704F-87A4-9909281CB5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64A86-EE40-7F47-8F4A-D5FD082D3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36DD5-D90C-D148-9A75-6E5EF76E4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649B3-720E-654D-9610-263AC0D91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995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5E4B96-467B-A24D-9EC1-DD46EE699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rgbClr val="1A1A1A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0EC97-EC51-3242-A427-B6C401F9B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54FCF-A603-6944-ACE1-F3530AAB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D700E-B16B-6340-9BEE-2E563F927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BADE9-5F17-2E4E-A23B-A3EF5CC96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8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6CB2-D1B6-B94A-84C1-83C65423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>
                <a:solidFill>
                  <a:srgbClr val="1A1A1A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433C7-4F7C-4247-8FF5-1E63E18E1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2000" b="0">
                <a:solidFill>
                  <a:srgbClr val="DC322F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16D53-A7E8-384A-A924-CB556123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D3A5F-D224-144E-B1C6-E4C0A0C6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85A41-9B71-494D-8739-5A09F705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82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BF5EA-1FF6-EB48-B367-10F16FE22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491ED-FFB7-904F-8814-ED29EAA426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5/7/24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6F4AD-BD6B-CE47-88CB-D79105849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E305052-7E31-8548-802E-BBA9CB132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A9FF2A29-0C17-AD44-9B62-E2C61042D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650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4C2D84"/>
          </a:solidFill>
          <a:latin typeface="ENCODE SANS NARROW MEDIUM" panose="02000000000000000000" pitchFamily="2" charset="77"/>
          <a:ea typeface="+mj-ea"/>
          <a:cs typeface="Gill Sans" panose="020B0502020104020203" pitchFamily="34" charset="-79"/>
        </a:defRPr>
      </a:lvl1pPr>
    </p:titleStyle>
    <p:bodyStyle>
      <a:lvl1pPr marL="128588" indent="-128588" algn="l" defTabSz="514350" rtl="0" eaLnBrk="1" latinLnBrk="0" hangingPunct="1">
        <a:lnSpc>
          <a:spcPts val="2400"/>
        </a:lnSpc>
        <a:spcBef>
          <a:spcPts val="1600"/>
        </a:spcBef>
        <a:buFont typeface="Arial" panose="020B0604020202020204" pitchFamily="34" charset="0"/>
        <a:buChar char="•"/>
        <a:defRPr sz="1800" b="0" i="0" kern="1200" baseline="0">
          <a:solidFill>
            <a:srgbClr val="1A1A1A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385763" indent="-128588" algn="l" defTabSz="514350" rtl="0" eaLnBrk="1" latinLnBrk="0" hangingPunct="1">
        <a:lnSpc>
          <a:spcPts val="2400"/>
        </a:lnSpc>
        <a:spcBef>
          <a:spcPts val="1600"/>
        </a:spcBef>
        <a:buFont typeface="Arial" panose="020B0604020202020204" pitchFamily="34" charset="0"/>
        <a:buChar char="•"/>
        <a:defRPr sz="1800" b="0" i="0" kern="1200" baseline="0">
          <a:solidFill>
            <a:srgbClr val="1A1A1A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642938" indent="-128588" algn="l" defTabSz="514350" rtl="0" eaLnBrk="1" latinLnBrk="0" hangingPunct="1">
        <a:lnSpc>
          <a:spcPts val="2400"/>
        </a:lnSpc>
        <a:spcBef>
          <a:spcPts val="1600"/>
        </a:spcBef>
        <a:buFont typeface="Arial" panose="020B0604020202020204" pitchFamily="34" charset="0"/>
        <a:buChar char="•"/>
        <a:defRPr sz="1800" b="0" i="0" kern="1200" baseline="0">
          <a:solidFill>
            <a:srgbClr val="1A1A1A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900113" indent="-128588" algn="l" defTabSz="514350" rtl="0" eaLnBrk="1" latinLnBrk="0" hangingPunct="1">
        <a:lnSpc>
          <a:spcPts val="2400"/>
        </a:lnSpc>
        <a:spcBef>
          <a:spcPts val="1600"/>
        </a:spcBef>
        <a:buFont typeface="Arial" panose="020B0604020202020204" pitchFamily="34" charset="0"/>
        <a:buChar char="•"/>
        <a:defRPr sz="1800" b="0" i="0" kern="1200" baseline="0">
          <a:solidFill>
            <a:srgbClr val="1A1A1A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1157288" indent="-128588" algn="l" defTabSz="514350" rtl="0" eaLnBrk="1" latinLnBrk="0" hangingPunct="1">
        <a:lnSpc>
          <a:spcPts val="2400"/>
        </a:lnSpc>
        <a:spcBef>
          <a:spcPts val="1600"/>
        </a:spcBef>
        <a:buFont typeface="Arial" panose="020B0604020202020204" pitchFamily="34" charset="0"/>
        <a:buChar char="•"/>
        <a:defRPr sz="1800" b="0" i="0" kern="1200" baseline="0">
          <a:solidFill>
            <a:srgbClr val="1A1A1A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6EB9F-821C-3043-9B29-83C5977F5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1122363"/>
            <a:ext cx="6858000" cy="2387600"/>
          </a:xfrm>
          <a:prstGeom prst="rect">
            <a:avLst/>
          </a:prstGeom>
        </p:spPr>
        <p:txBody>
          <a:bodyPr/>
          <a:lstStyle/>
          <a:p>
            <a:r>
              <a:t>Slides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337200-5D83-FE46-9E69-B6B1D353C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0" y="3602038"/>
            <a:ext cx="6858000" cy="1655762"/>
          </a:xfrm>
        </p:spPr>
        <p:txBody>
          <a:bodyPr/>
          <a:lstStyle/>
          <a:p>
            <a:br/>
            <a:br/>
            <a:r>
              <a:t>James Adams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6CB2-D1B6-B94A-84C1-83C65423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7888" y="1709742"/>
            <a:ext cx="7886700" cy="2852737"/>
          </a:xfrm>
          <a:prstGeom prst="rect">
            <a:avLst/>
          </a:prstGeom>
        </p:spPr>
        <p:txBody>
          <a:bodyPr/>
          <a:lstStyle/>
          <a:p>
            <a:r>
              <a:rPr dirty="0"/>
              <a:t>Test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9201150" cy="1325563"/>
          </a:xfrm>
          <a:prstGeom prst="rect">
            <a:avLst/>
          </a:prstGeom>
        </p:spPr>
        <p:txBody>
          <a:bodyPr/>
          <a:lstStyle/>
          <a:p>
            <a:r>
              <a:rPr dirty="0"/>
              <a:t>Test 2 Sub heading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000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dirty="0"/>
              <a:t>Text here. Here is all my new material.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365129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t>New slide</a:t>
            </a:r>
          </a:p>
        </p:txBody>
      </p:sp>
      <p:pic>
        <p:nvPicPr>
          <p:cNvPr id="3" name="Picture 1" descr="_images/ca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1816100"/>
            <a:ext cx="78486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65129"/>
            <a:ext cx="8942070" cy="1325563"/>
          </a:xfrm>
          <a:prstGeom prst="rect">
            <a:avLst/>
          </a:prstGeom>
        </p:spPr>
        <p:txBody>
          <a:bodyPr/>
          <a:lstStyle/>
          <a:p>
            <a:r>
              <a:rPr dirty="0"/>
              <a:t>Incremental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r>
              <a:rPr dirty="0"/>
              <a:t>Put in code fence</a:t>
            </a:r>
          </a:p>
          <a:p>
            <a:pPr lvl="1"/>
            <a:r>
              <a:rPr dirty="0"/>
              <a:t>Using three colons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9201150" cy="1325563"/>
          </a:xfrm>
          <a:prstGeom prst="rect">
            <a:avLst/>
          </a:prstGeom>
        </p:spPr>
        <p:txBody>
          <a:bodyPr/>
          <a:lstStyle/>
          <a:p>
            <a:r>
              <a:rPr dirty="0"/>
              <a:t>Speaker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Include speaker notes in another fenced code block.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FDBC1-527D-3041-984A-EF5E7E9B7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9201150" cy="1325563"/>
          </a:xfrm>
          <a:prstGeom prst="rect">
            <a:avLst/>
          </a:prstGeom>
        </p:spPr>
        <p:txBody>
          <a:bodyPr/>
          <a:lstStyle/>
          <a:p>
            <a:r>
              <a:rPr dirty="0"/>
              <a:t>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A7BF1-44B1-744C-AB68-4BB0A6A597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Put your contents in column code blocks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74A49-6A1E-2F48-B419-02B0A17B96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t>To make them show up in two columns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smic Lat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mic Latte" id="{689C1CBC-A372-ED4C-A38C-441AC706A1A4}" vid="{44785AA0-04C0-4846-AC8A-8123607AC8E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66</Words>
  <Application>Microsoft Macintosh PowerPoint</Application>
  <PresentationFormat>Widescreen</PresentationFormat>
  <Paragraphs>18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ENCODE SANS NARROW MEDIUM</vt:lpstr>
      <vt:lpstr>Open Sans</vt:lpstr>
      <vt:lpstr>Rockwell</vt:lpstr>
      <vt:lpstr>Trebuchet MS</vt:lpstr>
      <vt:lpstr>Cosmic Latte</vt:lpstr>
      <vt:lpstr>Slides 1</vt:lpstr>
      <vt:lpstr>Test 1</vt:lpstr>
      <vt:lpstr>Test 2 Sub heading</vt:lpstr>
      <vt:lpstr>New slide</vt:lpstr>
      <vt:lpstr>Incremental Lists</vt:lpstr>
      <vt:lpstr>Speaker Notes</vt:lpstr>
      <vt:lpstr>Columns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Cosmic Latte</Template>
  <TotalTime>16</TotalTime>
  <Words>56</Words>
  <Application>Microsoft Macintosh PowerPoint</Application>
  <PresentationFormat>On-screen Show (4:3)</PresentationFormat>
  <Paragraphs>16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IBM Plex Sans Text</vt:lpstr>
      <vt:lpstr>Patua One</vt:lpstr>
      <vt:lpstr>Rockwell</vt:lpstr>
      <vt:lpstr>Cosmic Latte</vt:lpstr>
      <vt:lpstr>Slides 1</vt:lpstr>
      <vt:lpstr>Test 1</vt:lpstr>
      <vt:lpstr>Test 2 Sub heading</vt:lpstr>
      <vt:lpstr>New slide</vt:lpstr>
      <vt:lpstr>Incremental Lists</vt:lpstr>
      <vt:lpstr>Speaker Notes</vt:lpstr>
      <vt:lpstr>Columns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1</dc:title>
  <dc:creator>James Adams</dc:creator>
  <cp:keywords/>
  <cp:lastModifiedBy>Julie Kim</cp:lastModifiedBy>
  <cp:revision>16</cp:revision>
  <dcterms:created xsi:type="dcterms:W3CDTF">2021-01-29T17:32:48Z</dcterms:created>
  <dcterms:modified xsi:type="dcterms:W3CDTF">2024-05-07T16:44:08Z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andocomatic-fileinfo">
    <vt:lpwstr/>
  </property>
</Properties>
</file>